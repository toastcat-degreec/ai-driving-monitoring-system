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83" r:id="rId3"/>
    <p:sldId id="278" r:id="rId4"/>
    <p:sldId id="276" r:id="rId5"/>
    <p:sldId id="277" r:id="rId6"/>
    <p:sldId id="287" r:id="rId7"/>
    <p:sldId id="288" r:id="rId8"/>
    <p:sldId id="289" r:id="rId9"/>
    <p:sldId id="27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56C8-0E66-42DC-A7B3-F0C0BE43BDFC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592AA-AFD5-412E-99BD-7FA5E8E2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1972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25550"/>
            <a:ext cx="9144000" cy="14322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D93B-348B-42B3-9C0A-2849E853E44F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530220" y="3556618"/>
            <a:ext cx="9137780" cy="1289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1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錄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17241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A59AA9-82D2-4A1C-A4B4-A8B9F52B2F07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72129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0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456782"/>
            <a:ext cx="12192000" cy="4012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203295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505486"/>
            <a:ext cx="4114800" cy="3079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065D-DB30-4B32-B1C4-C14FE9DF3DCA}" type="datetime1">
              <a:rPr lang="en-US" smtClean="0"/>
              <a:t>11/14/2025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5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0" y="6566905"/>
            <a:ext cx="1063690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CD4-A8E2-41BA-90D2-F0A644681501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550090"/>
            <a:ext cx="4114800" cy="307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55558" y="6566905"/>
            <a:ext cx="1536441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BE-C84F-9013-4C67-43621F51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Weekly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2B0A-516F-90F5-26AD-A02DF3303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GE1.02 Shang-Wei Chang</a:t>
            </a:r>
          </a:p>
          <a:p>
            <a:r>
              <a:rPr lang="en-US" dirty="0"/>
              <a:t>2025/11/14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F3C40BCD-872F-E33F-EE63-FDED9ADB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081" y="5661591"/>
            <a:ext cx="1092138" cy="1092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FDB9-582A-34B3-A266-05C0723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D135-FE86-9051-0CAA-D6CD84FE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92DA0-C32C-24CC-E5CF-09B4F43B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CB488-C3F9-3F1A-B9EC-50B5AA45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5E84D-3FFD-D4FC-2353-338D0745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C945-797D-9B8E-FE03-AEE635FF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5D15578-84CD-FBA2-882F-276297E8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37D35D-DE8E-EC03-31F0-DB97D43B171C}"/>
              </a:ext>
            </a:extLst>
          </p:cNvPr>
          <p:cNvSpPr txBox="1"/>
          <p:nvPr/>
        </p:nvSpPr>
        <p:spPr>
          <a:xfrm>
            <a:off x="0" y="6377270"/>
            <a:ext cx="123099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</a:t>
            </a:r>
            <a:r>
              <a:rPr lang="zh-TW" altLang="en-US" sz="1200" dirty="0"/>
              <a:t>　</a:t>
            </a:r>
            <a:r>
              <a:rPr lang="en-US" sz="1200" dirty="0"/>
              <a:t>L. Kong, K. Xie, K. Niu, J. He, and W. Zhang, “Remote Photoplethysmography and Motion Tracking Convolutional Neural Network with Bidirectional Long Short-Term Memory: Non-Invasive Fatigue Detection Method Based on Multi-Modal Fusion,” </a:t>
            </a:r>
            <a:r>
              <a:rPr lang="en-US" sz="1200" i="1" dirty="0"/>
              <a:t>Sensors</a:t>
            </a:r>
            <a:r>
              <a:rPr lang="en-US" sz="1200" dirty="0"/>
              <a:t>, vol. 24, no. 2, p. 455, Jan. 2024, </a:t>
            </a:r>
            <a:r>
              <a:rPr lang="en-US" sz="1200" dirty="0" err="1"/>
              <a:t>doi</a:t>
            </a:r>
            <a:r>
              <a:rPr lang="en-US" sz="1200" dirty="0"/>
              <a:t>: https://doi.org/10.3390/s24020455.</a:t>
            </a:r>
          </a:p>
          <a:p>
            <a:r>
              <a:rPr lang="en-US" dirty="0"/>
              <a:t>‌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08687-20DA-814F-D7A3-658ADADF4E09}"/>
              </a:ext>
            </a:extLst>
          </p:cNvPr>
          <p:cNvSpPr txBox="1"/>
          <p:nvPr/>
        </p:nvSpPr>
        <p:spPr>
          <a:xfrm>
            <a:off x="1705896" y="5106798"/>
            <a:ext cx="889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Haar-Cascade face detector to identify faces in all frames of the video stream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SLIC algorithm for </a:t>
            </a:r>
            <a:r>
              <a:rPr lang="en-US" dirty="0" err="1"/>
              <a:t>superpixel</a:t>
            </a:r>
            <a:r>
              <a:rPr lang="en-US" dirty="0"/>
              <a:t> skin segmentation on the detected face areas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9B930-786E-A244-B8B7-A16DE7493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837"/>
            <a:ext cx="12192000" cy="345743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CF5365-13C9-7436-19F8-7EC502A1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0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F2F29AD-AFBC-6D41-00A3-4EB621F8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480D6-4BAF-6CBF-04BF-595998C09AEA}"/>
              </a:ext>
            </a:extLst>
          </p:cNvPr>
          <p:cNvSpPr txBox="1"/>
          <p:nvPr/>
        </p:nvSpPr>
        <p:spPr>
          <a:xfrm>
            <a:off x="-1" y="6381516"/>
            <a:ext cx="123099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</a:t>
            </a:r>
            <a:r>
              <a:rPr lang="zh-TW" altLang="en-US" sz="1200" dirty="0"/>
              <a:t>　</a:t>
            </a:r>
            <a:r>
              <a:rPr lang="en-US" sz="1200" dirty="0"/>
              <a:t>L. Kong, K. Xie, K. Niu, J. He, and W. Zhang, “Remote Photoplethysmography and Motion Tracking Convolutional Neural Network with Bidirectional Long Short-Term Memory: Non-Invasive Fatigue Detection Method Based on Multi-Modal Fusion,” </a:t>
            </a:r>
            <a:r>
              <a:rPr lang="en-US" sz="1200" i="1" dirty="0"/>
              <a:t>Sensors</a:t>
            </a:r>
            <a:r>
              <a:rPr lang="en-US" sz="1200" dirty="0"/>
              <a:t>, vol. 24, no. 2, p. 455, Jan. 2024, </a:t>
            </a:r>
            <a:r>
              <a:rPr lang="en-US" sz="1200" dirty="0" err="1"/>
              <a:t>doi</a:t>
            </a:r>
            <a:r>
              <a:rPr lang="en-US" sz="1200" dirty="0"/>
              <a:t>: https://doi.org/10.3390/s24020455.</a:t>
            </a:r>
          </a:p>
          <a:p>
            <a:r>
              <a:rPr lang="en-US" dirty="0"/>
              <a:t>‌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F9FE5B-9007-9443-92AB-998F5000A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79" y="9832"/>
            <a:ext cx="11475042" cy="643418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27DDE-76A2-7D99-510D-E6860DFB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F1B740-DC1F-05A7-1ECE-98410486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3E844-F50F-B6A1-E92D-56D44470B163}"/>
              </a:ext>
            </a:extLst>
          </p:cNvPr>
          <p:cNvSpPr txBox="1"/>
          <p:nvPr/>
        </p:nvSpPr>
        <p:spPr>
          <a:xfrm>
            <a:off x="0" y="6377270"/>
            <a:ext cx="123099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</a:t>
            </a:r>
            <a:r>
              <a:rPr lang="zh-TW" altLang="en-US" sz="1200" dirty="0"/>
              <a:t>　</a:t>
            </a:r>
            <a:r>
              <a:rPr lang="en-US" sz="1200" dirty="0"/>
              <a:t>L. Kong, K. Xie, K. Niu, J. He, and W. Zhang, “Remote Photoplethysmography and Motion Tracking Convolutional Neural Network with Bidirectional Long Short-Term Memory: Non-Invasive Fatigue Detection Method Based on Multi-Modal Fusion,” </a:t>
            </a:r>
            <a:r>
              <a:rPr lang="en-US" sz="1200" i="1" dirty="0"/>
              <a:t>Sensors</a:t>
            </a:r>
            <a:r>
              <a:rPr lang="en-US" sz="1200" dirty="0"/>
              <a:t>, vol. 24, no. 2, p. 455, Jan. 2024, </a:t>
            </a:r>
            <a:r>
              <a:rPr lang="en-US" sz="1200" dirty="0" err="1"/>
              <a:t>doi</a:t>
            </a:r>
            <a:r>
              <a:rPr lang="en-US" sz="1200" dirty="0"/>
              <a:t>: https://doi.org/10.3390/s24020455.</a:t>
            </a:r>
          </a:p>
          <a:p>
            <a:r>
              <a:rPr lang="en-US" dirty="0"/>
              <a:t>‌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1C8A95-682B-4792-EF1F-CB35870D1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9" y="262488"/>
            <a:ext cx="11716376" cy="611478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A0B2B-A14B-930F-374F-8ECED8CD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9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CA75-A55E-EA28-5664-A4AD8291B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330" y="350979"/>
            <a:ext cx="5051323" cy="5203295"/>
          </a:xfrm>
        </p:spPr>
        <p:txBody>
          <a:bodyPr/>
          <a:lstStyle/>
          <a:p>
            <a:r>
              <a:rPr lang="en-US" dirty="0"/>
              <a:t>Part A</a:t>
            </a:r>
          </a:p>
          <a:p>
            <a:pPr lvl="1"/>
            <a:r>
              <a:rPr lang="en-US" dirty="0" err="1"/>
              <a:t>cnn_model</a:t>
            </a:r>
            <a:r>
              <a:rPr lang="en-US" dirty="0"/>
              <a:t> (for eye tracking)</a:t>
            </a:r>
          </a:p>
          <a:p>
            <a:pPr lvl="1"/>
            <a:r>
              <a:rPr lang="en-US" dirty="0" err="1"/>
              <a:t>Feature_extractor</a:t>
            </a:r>
            <a:endParaRPr lang="en-US" dirty="0"/>
          </a:p>
          <a:p>
            <a:pPr lvl="2"/>
            <a:r>
              <a:rPr lang="en-US" dirty="0" err="1"/>
              <a:t>Rppg</a:t>
            </a:r>
            <a:r>
              <a:rPr lang="en-US" dirty="0"/>
              <a:t> extraction (this weeks progress)</a:t>
            </a:r>
          </a:p>
          <a:p>
            <a:pPr lvl="2"/>
            <a:r>
              <a:rPr lang="en-US" dirty="0"/>
              <a:t>Eye drowsiness test (need training)</a:t>
            </a:r>
          </a:p>
          <a:p>
            <a:r>
              <a:rPr lang="en-US" dirty="0"/>
              <a:t>Part B</a:t>
            </a:r>
          </a:p>
          <a:p>
            <a:pPr lvl="1"/>
            <a:r>
              <a:rPr lang="en-US" dirty="0" err="1"/>
              <a:t>Enhancement_network</a:t>
            </a:r>
            <a:endParaRPr lang="en-US" dirty="0"/>
          </a:p>
          <a:p>
            <a:r>
              <a:rPr lang="en-US" dirty="0"/>
              <a:t>Part C</a:t>
            </a:r>
          </a:p>
          <a:p>
            <a:pPr lvl="1"/>
            <a:r>
              <a:rPr lang="en-US" dirty="0" err="1"/>
              <a:t>Fusion_model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72CC-F018-624B-5D10-CBF1978A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BD289-8B6E-6078-8ACA-B4D80D4CE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5" y="242824"/>
            <a:ext cx="4903839" cy="611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8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692CC0-37D1-B75D-2E0E-719B9D54E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2488"/>
            <a:ext cx="5529438" cy="1364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4151F-7785-E5D7-92CA-D187997F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10E37-4EA4-1F7C-F6B8-5DB96B059CE7}"/>
              </a:ext>
            </a:extLst>
          </p:cNvPr>
          <p:cNvSpPr txBox="1"/>
          <p:nvPr/>
        </p:nvSpPr>
        <p:spPr>
          <a:xfrm>
            <a:off x="5604387" y="262488"/>
            <a:ext cx="6322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</a:t>
            </a:r>
            <a:r>
              <a:rPr lang="en-US" dirty="0" err="1"/>
              <a:t>rppg</a:t>
            </a:r>
            <a:r>
              <a:rPr lang="en-US" dirty="0"/>
              <a:t> extraction I mainly uses Chrom </a:t>
            </a:r>
            <a:r>
              <a:rPr lang="en-US" dirty="0" err="1"/>
              <a:t>rPPG</a:t>
            </a:r>
            <a:r>
              <a:rPr lang="en-US" dirty="0"/>
              <a:t>. I had created a test program and run.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590637-93AA-3D33-3DA5-F5FC9EA56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" y="2084439"/>
            <a:ext cx="5465144" cy="3568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2D68A0-0D1D-82CD-D9C8-10E9C4DE3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82" y="2327661"/>
            <a:ext cx="7009917" cy="271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6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31E4-EB07-F3C6-8D7E-4AD9B448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2EA8-8479-E5CB-D876-D61090075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DA085-46D1-7210-6336-1C6A9D54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56F14-7902-4D86-CEF5-9D83AA82B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00" y="262488"/>
            <a:ext cx="4816257" cy="5540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419143-91EB-DF65-A0A5-AB35F201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218" y="1565830"/>
            <a:ext cx="5761221" cy="293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95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367-2884-7506-FC95-733A44CF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35"/>
            <a:ext cx="10515600" cy="91440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C2F-CE74-0AD6-A63A-A7F1023D9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3881535"/>
            <a:ext cx="10515600" cy="4721290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FD39-E4F0-A167-4DAC-5E9F41D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tform01">
      <a:majorFont>
        <a:latin typeface="Calibri"/>
        <a:ea typeface="微軟正黑體"/>
        <a:cs typeface=""/>
      </a:majorFont>
      <a:minorFont>
        <a:latin typeface="Calibri Light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6C851D8A-270E-4458-8AD1-0D5EFBF9E033}" vid="{D66DE684-DBE0-4D66-880A-E2BE76FE9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PhD_20171020_Seminar</Template>
  <TotalTime>838</TotalTime>
  <Words>342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佈景主題</vt:lpstr>
      <vt:lpstr>Weekly Progress</vt:lpstr>
      <vt:lpstr>Outline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張善為</dc:creator>
  <cp:lastModifiedBy>張善為</cp:lastModifiedBy>
  <cp:revision>6</cp:revision>
  <dcterms:created xsi:type="dcterms:W3CDTF">2025-11-03T09:53:55Z</dcterms:created>
  <dcterms:modified xsi:type="dcterms:W3CDTF">2025-11-14T07:40:45Z</dcterms:modified>
</cp:coreProperties>
</file>