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93" r:id="rId3"/>
    <p:sldId id="287" r:id="rId4"/>
    <p:sldId id="288" r:id="rId5"/>
    <p:sldId id="290" r:id="rId6"/>
    <p:sldId id="289" r:id="rId7"/>
    <p:sldId id="291" r:id="rId8"/>
    <p:sldId id="292" r:id="rId9"/>
    <p:sldId id="27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GE1.02 Shang-Wei Chang</a:t>
            </a:r>
          </a:p>
          <a:p>
            <a:r>
              <a:rPr lang="en-US" dirty="0"/>
              <a:t>2025/11/15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800D-2800-4831-7B32-BE17783B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Devfest</a:t>
            </a:r>
            <a:r>
              <a:rPr lang="en-US" dirty="0"/>
              <a:t> Taipei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6DEAC-9E4F-E47E-5509-A99CC75B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C53C-A9B1-6D98-4D6E-608EF388B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90"/>
            <a:ext cx="4382729" cy="4721290"/>
          </a:xfrm>
        </p:spPr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Devfest</a:t>
            </a:r>
            <a:r>
              <a:rPr lang="en-US" dirty="0"/>
              <a:t> Taipei 2025 focuses heavily on AI &amp; Machine Learning (specifically Gemini applications), Google Cloud, Mobile (Android &amp; Flutter), and Web technologies.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82F8C1-789A-59A8-7DFE-8E149D91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336" y="33043"/>
            <a:ext cx="4892464" cy="1874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56734D-948F-11D6-3020-C736AD413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929" y="1944852"/>
            <a:ext cx="1626911" cy="252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01A13D-F4D6-3B6F-DE74-353F3581C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929" y="2208977"/>
            <a:ext cx="3750351" cy="172138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BA80D61-55D6-F61A-3B66-B69FE58D0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777" y="1944852"/>
            <a:ext cx="2775755" cy="241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3A91F4-DFB2-57DA-2947-0286DB81D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835" y="4353261"/>
            <a:ext cx="4501001" cy="23128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66B502-B585-F2E8-2D87-3AC71F737F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1836" y="4664184"/>
            <a:ext cx="3279257" cy="177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0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CA75-A55E-EA28-5664-A4AD8291B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330" y="350979"/>
            <a:ext cx="5051323" cy="52032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Problem: Currently, main.py buffers raw video frames (e.g., 256 frames). When the buffer is full, it passes </a:t>
            </a:r>
            <a:r>
              <a:rPr lang="en-US" dirty="0" err="1"/>
              <a:t>theentire</a:t>
            </a:r>
            <a:r>
              <a:rPr lang="en-US" dirty="0"/>
              <a:t> list of 256 frames to </a:t>
            </a:r>
            <a:r>
              <a:rPr lang="en-US" dirty="0" err="1"/>
              <a:t>extract_rppg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FeatureExtractor</a:t>
            </a:r>
            <a:r>
              <a:rPr lang="en-US" dirty="0"/>
              <a:t> then runs </a:t>
            </a:r>
            <a:r>
              <a:rPr lang="en-US" dirty="0" err="1"/>
              <a:t>MediaPipe</a:t>
            </a:r>
            <a:r>
              <a:rPr lang="en-US" dirty="0"/>
              <a:t> face detection on all 256 frames again for every single new frame of video captured.</a:t>
            </a:r>
          </a:p>
          <a:p>
            <a:r>
              <a:rPr lang="en-US"/>
              <a:t>Result</a:t>
            </a:r>
            <a:r>
              <a:rPr lang="en-US" dirty="0"/>
              <a:t>: This will cause the system to run at an extremely low frame rate (likely &lt; 1 FPS) and lag significantly.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72CC-F018-624B-5D10-CBF1978A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BD289-8B6E-6078-8ACA-B4D80D4C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5" y="242824"/>
            <a:ext cx="4903839" cy="611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8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692CC0-37D1-B75D-2E0E-719B9D54E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2488"/>
            <a:ext cx="5529438" cy="1364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4151F-7785-E5D7-92CA-D187997F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10E37-4EA4-1F7C-F6B8-5DB96B059CE7}"/>
              </a:ext>
            </a:extLst>
          </p:cNvPr>
          <p:cNvSpPr txBox="1"/>
          <p:nvPr/>
        </p:nvSpPr>
        <p:spPr>
          <a:xfrm>
            <a:off x="5604387" y="262488"/>
            <a:ext cx="6322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rppg</a:t>
            </a:r>
            <a:r>
              <a:rPr lang="en-US" dirty="0"/>
              <a:t> extraction I mainly uses Chrom </a:t>
            </a:r>
            <a:r>
              <a:rPr lang="en-US" dirty="0" err="1"/>
              <a:t>rPPG</a:t>
            </a:r>
            <a:r>
              <a:rPr lang="en-US" dirty="0"/>
              <a:t>. I had created a test program and run.</a:t>
            </a:r>
          </a:p>
          <a:p>
            <a:endParaRPr lang="en-US" dirty="0"/>
          </a:p>
          <a:p>
            <a:r>
              <a:rPr lang="en-US" dirty="0"/>
              <a:t>This is last week.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590637-93AA-3D33-3DA5-F5FC9EA56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" y="2084439"/>
            <a:ext cx="5465144" cy="3568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D68A0-0D1D-82CD-D9C8-10E9C4DE3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82" y="2327661"/>
            <a:ext cx="7009917" cy="271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6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1B0C-58E7-1C3D-2FA2-48B683B6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DB3E70-D213-C6B6-38B2-3DBD8CDEC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14755"/>
            <a:ext cx="6760513" cy="44284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7B872-4D79-26CC-ADB5-13A76B89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E7ECD9-EFCB-8FB3-0CB2-94E46BD38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841" y="1113404"/>
            <a:ext cx="5044877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8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31E4-EB07-F3C6-8D7E-4AD9B44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60" y="364283"/>
            <a:ext cx="6619240" cy="707895"/>
          </a:xfrm>
        </p:spPr>
        <p:txBody>
          <a:bodyPr>
            <a:normAutofit/>
          </a:bodyPr>
          <a:lstStyle/>
          <a:p>
            <a:r>
              <a:rPr lang="en-US" dirty="0"/>
              <a:t>Last week using </a:t>
            </a:r>
            <a:r>
              <a:rPr lang="en-US" dirty="0" err="1"/>
              <a:t>eye_CNN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2EA8-8479-E5CB-D876-D61090075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169" y="4212487"/>
            <a:ext cx="5761221" cy="24468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alignment issue</a:t>
            </a:r>
          </a:p>
          <a:p>
            <a:r>
              <a:rPr lang="en-US" dirty="0"/>
              <a:t>Model lacks detail comparing to the original MTCNN in the paper</a:t>
            </a:r>
          </a:p>
          <a:p>
            <a:pPr lvl="1"/>
            <a:r>
              <a:rPr lang="en-US" dirty="0"/>
              <a:t>Not open source</a:t>
            </a:r>
          </a:p>
          <a:p>
            <a:pPr lvl="1"/>
            <a:r>
              <a:rPr lang="en-US" dirty="0"/>
              <a:t>Tried </a:t>
            </a:r>
            <a:r>
              <a:rPr lang="en-US" dirty="0" err="1"/>
              <a:t>Haar-cascade+SLIC</a:t>
            </a:r>
            <a:r>
              <a:rPr lang="en-US" dirty="0"/>
              <a:t> </a:t>
            </a:r>
            <a:r>
              <a:rPr lang="en-US" dirty="0" err="1"/>
              <a:t>superpixel</a:t>
            </a:r>
            <a:r>
              <a:rPr lang="en-US" dirty="0"/>
              <a:t>, but it’s not better than </a:t>
            </a:r>
            <a:r>
              <a:rPr lang="en-US" dirty="0" err="1"/>
              <a:t>mediapipe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DA085-46D1-7210-6336-1C6A9D54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56F14-7902-4D86-CEF5-9D83AA82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3" y="496168"/>
            <a:ext cx="4816257" cy="5540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419143-91EB-DF65-A0A5-AB35F201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577" y="1043046"/>
            <a:ext cx="5761221" cy="293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9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C216-AF56-3FCF-03B3-1594ABF2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EAR values using </a:t>
            </a:r>
            <a:r>
              <a:rPr lang="en-US" dirty="0" err="1"/>
              <a:t>MediaPipe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2C525-D3D1-A4DA-A9D7-919FEE33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EBC5D-B032-811C-2072-849A819D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84" y="1180218"/>
            <a:ext cx="6873836" cy="53420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D94B47-B928-E8F1-EC92-C24A4BD61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878" y="1587274"/>
            <a:ext cx="3698900" cy="4321913"/>
          </a:xfrm>
        </p:spPr>
        <p:txBody>
          <a:bodyPr>
            <a:normAutofit/>
          </a:bodyPr>
          <a:lstStyle/>
          <a:p>
            <a:r>
              <a:rPr lang="en-US" dirty="0"/>
              <a:t>Replacement update</a:t>
            </a:r>
          </a:p>
          <a:p>
            <a:r>
              <a:rPr lang="en-US" dirty="0"/>
              <a:t>Need testing from enhancement model portion</a:t>
            </a:r>
          </a:p>
        </p:txBody>
      </p:sp>
    </p:spTree>
    <p:extLst>
      <p:ext uri="{BB962C8B-B14F-4D97-AF65-F5344CB8AC3E}">
        <p14:creationId xmlns:p14="http://schemas.microsoft.com/office/powerpoint/2010/main" val="181962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5260-17B1-69BB-858F-950A778B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script for enhancement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E76A1-0C50-81D6-99C0-EB77E03C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926" y="969371"/>
            <a:ext cx="5711390" cy="52032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Part B</a:t>
            </a:r>
          </a:p>
          <a:p>
            <a:pPr lvl="1"/>
            <a:r>
              <a:rPr lang="en-US" dirty="0" err="1"/>
              <a:t>Enhancement_network</a:t>
            </a:r>
            <a:endParaRPr lang="en-US" dirty="0"/>
          </a:p>
          <a:p>
            <a:pPr lvl="2"/>
            <a:r>
              <a:rPr lang="en-US" dirty="0"/>
              <a:t>Fundamental structure rework</a:t>
            </a:r>
          </a:p>
          <a:p>
            <a:pPr lvl="2"/>
            <a:r>
              <a:rPr lang="en-US" dirty="0"/>
              <a:t>Data length alignment</a:t>
            </a:r>
          </a:p>
          <a:p>
            <a:pPr lvl="2"/>
            <a:r>
              <a:rPr lang="en-US" dirty="0"/>
              <a:t>Training script dev. for </a:t>
            </a:r>
            <a:r>
              <a:rPr lang="en-US" dirty="0" err="1"/>
              <a:t>Enhancment_network</a:t>
            </a:r>
            <a:r>
              <a:rPr lang="en-US" dirty="0"/>
              <a:t>(need training)</a:t>
            </a:r>
          </a:p>
          <a:p>
            <a:pPr lvl="3"/>
            <a:r>
              <a:rPr lang="en-US" dirty="0"/>
              <a:t>Issue encounter, need server to run </a:t>
            </a:r>
            <a:r>
              <a:rPr lang="en-US" dirty="0" err="1"/>
              <a:t>Vicomtech</a:t>
            </a:r>
            <a:r>
              <a:rPr lang="en-US" dirty="0"/>
              <a:t> DMD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r>
              <a:rPr lang="en-US" altLang="zh-TW" dirty="0"/>
              <a:t>Input (from </a:t>
            </a:r>
            <a:r>
              <a:rPr lang="en-US" altLang="zh-TW" dirty="0" err="1"/>
              <a:t>partA</a:t>
            </a:r>
            <a:r>
              <a:rPr lang="en-US" altLang="zh-TW" dirty="0"/>
              <a:t> feature extractor)</a:t>
            </a:r>
            <a:endParaRPr lang="en-US" dirty="0"/>
          </a:p>
          <a:p>
            <a:pPr lvl="1"/>
            <a:r>
              <a:rPr lang="en-US" altLang="zh-TW" dirty="0"/>
              <a:t>1D</a:t>
            </a:r>
            <a:r>
              <a:rPr lang="zh-TW" altLang="en-US" dirty="0"/>
              <a:t> </a:t>
            </a:r>
            <a:r>
              <a:rPr lang="en-US" altLang="zh-TW" dirty="0"/>
              <a:t>CNN</a:t>
            </a:r>
            <a:r>
              <a:rPr lang="zh-TW" altLang="en-US" dirty="0"/>
              <a:t> </a:t>
            </a:r>
            <a:r>
              <a:rPr lang="en-US" altLang="zh-TW" dirty="0" err="1"/>
              <a:t>rppg</a:t>
            </a:r>
            <a:r>
              <a:rPr lang="en-US" altLang="zh-TW" dirty="0"/>
              <a:t> signal for HR</a:t>
            </a:r>
          </a:p>
          <a:p>
            <a:pPr lvl="1"/>
            <a:r>
              <a:rPr lang="en-US" altLang="zh-TW" dirty="0"/>
              <a:t>1D</a:t>
            </a:r>
            <a:r>
              <a:rPr lang="zh-TW" altLang="en-US" dirty="0"/>
              <a:t> </a:t>
            </a:r>
            <a:r>
              <a:rPr lang="en-US" altLang="zh-TW" dirty="0"/>
              <a:t>from PERCLOS</a:t>
            </a:r>
          </a:p>
          <a:p>
            <a:r>
              <a:rPr lang="en-US" altLang="zh-TW" dirty="0"/>
              <a:t>Output</a:t>
            </a:r>
          </a:p>
          <a:p>
            <a:pPr lvl="1"/>
            <a:r>
              <a:rPr lang="en-US" dirty="0"/>
              <a:t>HR value</a:t>
            </a:r>
          </a:p>
          <a:p>
            <a:pPr lvl="1"/>
            <a:r>
              <a:rPr lang="en-US" dirty="0"/>
              <a:t>PERCLOS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3B6B9-7C79-CC0D-3CEE-1C56A57E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25A41-A9CD-71ED-DC93-1B66F34F3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531"/>
            <a:ext cx="6292926" cy="457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6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1126</TotalTime>
  <Words>268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佈景主題</vt:lpstr>
      <vt:lpstr>Weekly Progress</vt:lpstr>
      <vt:lpstr>Devfest Taipei 2025</vt:lpstr>
      <vt:lpstr>PowerPoint Presentation</vt:lpstr>
      <vt:lpstr>PowerPoint Presentation</vt:lpstr>
      <vt:lpstr>PowerPoint Presentation</vt:lpstr>
      <vt:lpstr>Last week using eye_CNN</vt:lpstr>
      <vt:lpstr>Updated EAR values using MediaPipe</vt:lpstr>
      <vt:lpstr>Training script for enhancement model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8</cp:revision>
  <dcterms:created xsi:type="dcterms:W3CDTF">2025-11-03T09:53:55Z</dcterms:created>
  <dcterms:modified xsi:type="dcterms:W3CDTF">2025-12-05T05:52:02Z</dcterms:modified>
</cp:coreProperties>
</file>