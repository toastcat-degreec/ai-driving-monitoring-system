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sldIdLst>
    <p:sldId id="256" r:id="rId2"/>
    <p:sldId id="294" r:id="rId3"/>
    <p:sldId id="296" r:id="rId4"/>
    <p:sldId id="303" r:id="rId5"/>
    <p:sldId id="297" r:id="rId6"/>
    <p:sldId id="275" r:id="rId7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2D56C8-0E66-42DC-A7B3-F0C0BE43BDFC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7592AA-AFD5-412E-99BD-7FA5E8E2F2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08198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01972"/>
          </a:xfrm>
        </p:spPr>
        <p:txBody>
          <a:bodyPr anchor="b"/>
          <a:lstStyle>
            <a:lvl1pPr algn="ctr">
              <a:defRPr sz="6000" b="0"/>
            </a:lvl1pPr>
          </a:lstStyle>
          <a:p>
            <a:r>
              <a:rPr lang="en-US" altLang="zh-TW"/>
              <a:t>Click to edit Master title style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825550"/>
            <a:ext cx="9144000" cy="1432249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80D93B-348B-42B3-9C0A-2849E853E44F}" type="datetime1">
              <a:rPr lang="en-US" smtClean="0"/>
              <a:t>1/30/2026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0999D-FFC4-4AAB-A2D6-5B37802B0FA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矩形 7"/>
          <p:cNvSpPr/>
          <p:nvPr/>
        </p:nvSpPr>
        <p:spPr>
          <a:xfrm>
            <a:off x="1530220" y="3556618"/>
            <a:ext cx="9137780" cy="128976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34187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目錄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317241" cy="685799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513184"/>
            <a:ext cx="10515600" cy="914400"/>
          </a:xfrm>
        </p:spPr>
        <p:txBody>
          <a:bodyPr/>
          <a:lstStyle>
            <a:lvl1pPr algn="l">
              <a:defRPr b="1"/>
            </a:lvl1pPr>
          </a:lstStyle>
          <a:p>
            <a:r>
              <a:rPr lang="en-US" altLang="zh-TW"/>
              <a:t>Click to edit Master title style</a:t>
            </a:r>
            <a:endParaRPr lang="zh-TW" altLang="en-US" dirty="0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8A59AA9-82D2-4A1C-A4B4-A8B9F52B2F07}" type="datetime1">
              <a:rPr lang="en-US" smtClean="0"/>
              <a:t>1/30/2026</a:t>
            </a:fld>
            <a:endParaRPr 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D60999D-FFC4-4AAB-A2D6-5B37802B0FA4}" type="slidenum">
              <a:rPr lang="en-US" smtClean="0"/>
              <a:t>‹#›</a:t>
            </a:fld>
            <a:endParaRPr lang="en-US"/>
          </a:p>
        </p:txBody>
      </p:sp>
      <p:sp>
        <p:nvSpPr>
          <p:cNvPr id="7" name="內容版面配置區 2"/>
          <p:cNvSpPr>
            <a:spLocks noGrp="1"/>
          </p:cNvSpPr>
          <p:nvPr>
            <p:ph idx="1"/>
          </p:nvPr>
        </p:nvSpPr>
        <p:spPr>
          <a:xfrm>
            <a:off x="838200" y="1520890"/>
            <a:ext cx="10515600" cy="4721290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2830550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0" y="6456782"/>
            <a:ext cx="12192000" cy="40121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bg1"/>
              </a:solidFill>
            </a:endParaRP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262488"/>
            <a:ext cx="10515600" cy="707895"/>
          </a:xfrm>
        </p:spPr>
        <p:txBody>
          <a:bodyPr/>
          <a:lstStyle>
            <a:lvl1pPr algn="ctr">
              <a:defRPr b="1"/>
            </a:lvl1pPr>
          </a:lstStyle>
          <a:p>
            <a:r>
              <a:rPr lang="en-US" altLang="zh-TW"/>
              <a:t>Click to edit Master title style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1063690"/>
            <a:ext cx="10515600" cy="5203295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>
          <a:xfrm>
            <a:off x="4038600" y="6505486"/>
            <a:ext cx="4114800" cy="30791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10655558" y="6522301"/>
            <a:ext cx="1536441" cy="27402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D60999D-FFC4-4AAB-A2D6-5B37802B0F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35705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6065D-DB30-4B32-B1C4-C14FE9DF3DCA}" type="datetime1">
              <a:rPr lang="en-US" smtClean="0"/>
              <a:t>1/30/2026</a:t>
            </a:fld>
            <a:endParaRPr 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0999D-FFC4-4AAB-A2D6-5B37802B0F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1555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0" y="6566905"/>
            <a:ext cx="1063690" cy="27402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723CD4-A8E2-41BA-90D2-F0A644681501}" type="datetime1">
              <a:rPr lang="en-US" smtClean="0"/>
              <a:t>1/30/2026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550090"/>
            <a:ext cx="4114800" cy="30791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10655558" y="6566905"/>
            <a:ext cx="1536441" cy="27402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60999D-FFC4-4AAB-A2D6-5B37802B0F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98875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share.google/aimode/mfusTs54PkcuQNom6" TargetMode="External"/><Relationship Id="rId2" Type="http://schemas.openxmlformats.org/officeDocument/2006/relationships/hyperlink" Target="https://learnopencv.com/rotation-matrix-to-euler-angles/" TargetMode="Externa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F9DFBE-C84F-9013-4C67-43621F5109E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Weekly Progress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5B2B0A-516F-90F5-26AD-A02DF3303AA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GE1.02 Shang-Wei Chang</a:t>
            </a:r>
          </a:p>
          <a:p>
            <a:r>
              <a:rPr lang="en-US" dirty="0"/>
              <a:t>2025/1/30</a:t>
            </a:r>
          </a:p>
        </p:txBody>
      </p:sp>
      <p:pic>
        <p:nvPicPr>
          <p:cNvPr id="4" name="圖片 4">
            <a:extLst>
              <a:ext uri="{FF2B5EF4-FFF2-40B4-BE49-F238E27FC236}">
                <a16:creationId xmlns:a16="http://schemas.microsoft.com/office/drawing/2014/main" id="{F3C40BCD-872F-E33F-EE63-FDED9ADBF1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9081" y="5661591"/>
            <a:ext cx="1092138" cy="1092138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53FDB9-582A-34B3-A266-05C07237EF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0999D-FFC4-4AAB-A2D6-5B37802B0FA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29174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47C05-AA99-FBAF-098D-CB73A3293E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1DC8E0-6D90-7FD6-0CDA-FC339F8E4B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New Core Features</a:t>
            </a:r>
          </a:p>
          <a:p>
            <a:pPr lvl="1"/>
            <a:r>
              <a:rPr lang="en-US" dirty="0"/>
              <a:t>Yawn Detection</a:t>
            </a:r>
          </a:p>
          <a:p>
            <a:pPr lvl="1"/>
            <a:r>
              <a:rPr lang="en-US" dirty="0"/>
              <a:t>Head Pose Estimation</a:t>
            </a:r>
          </a:p>
          <a:p>
            <a:r>
              <a:rPr lang="en-US" dirty="0"/>
              <a:t>Technical Fixes &amp; Optimization</a:t>
            </a:r>
          </a:p>
          <a:p>
            <a:pPr lvl="1"/>
            <a:r>
              <a:rPr lang="en-US" dirty="0"/>
              <a:t>Auto-Calibration System</a:t>
            </a:r>
          </a:p>
          <a:p>
            <a:pPr lvl="1"/>
            <a:r>
              <a:rPr lang="en-US" dirty="0"/>
              <a:t>Robust Euler Math for Head Pose</a:t>
            </a:r>
          </a:p>
          <a:p>
            <a:pPr lvl="1"/>
            <a:r>
              <a:rPr lang="en-US" dirty="0"/>
              <a:t>Performance Cleanup</a:t>
            </a:r>
          </a:p>
          <a:p>
            <a:pPr lvl="1"/>
            <a:r>
              <a:rPr lang="en-US" dirty="0"/>
              <a:t>HUD Visualization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81BC86-001D-B6B8-5816-83A643A4DB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0999D-FFC4-4AAB-A2D6-5B37802B0FA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5659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D6743F-3B60-DBF7-A3EF-69153FA52C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2F6EA9-091C-1301-A4F6-23AAA2E26E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New Core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26975B-6E83-B78A-32D4-956F0343E0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420" y="1222589"/>
            <a:ext cx="11452980" cy="5203295"/>
          </a:xfrm>
        </p:spPr>
        <p:txBody>
          <a:bodyPr>
            <a:normAutofit/>
          </a:bodyPr>
          <a:lstStyle/>
          <a:p>
            <a:r>
              <a:rPr lang="en-US"/>
              <a:t>Head Pose Estimation: Integrated 3D pose tracking using `solvePnP`. The system now detects Pitch (nodding), Yaw (turning), and Roll in degrees.                                    </a:t>
            </a:r>
          </a:p>
          <a:p>
            <a:r>
              <a:rPr lang="en-US"/>
              <a:t>Yawn Detection: Implemented Mouth Aspect Ratio (MAR) logic using inner lip landmarks to trigger a "YAWNING!" alert.                                                                     </a:t>
            </a:r>
          </a:p>
          <a:p>
            <a:r>
              <a:rPr lang="en-US"/>
              <a:t>Distraction Logic: Added automated triggers that flag the user as "Distracted" if the head orientation deviates significantly from the center. 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14D01D-877A-68F5-43D9-710C0FF5F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0999D-FFC4-4AAB-A2D6-5B37802B0FA4}" type="slidenum">
              <a:rPr lang="en-US" smtClean="0"/>
              <a:t>3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76F11CA-B026-184E-3E47-ED3C0A5071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7095" y="3858673"/>
            <a:ext cx="3801979" cy="303104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27434A2-D35E-926C-07C7-836B6AA9C2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3845736"/>
            <a:ext cx="4149030" cy="2580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46415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9A4BE3-1C4E-3263-494D-FFEFE49374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Different Status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450F5B-CC03-6E5F-C2A5-D8C2A7D8CE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2A002F-3B4D-6A1C-764A-B8640C6C02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0999D-FFC4-4AAB-A2D6-5B37802B0FA4}" type="slidenum">
              <a:rPr lang="en-US" smtClean="0"/>
              <a:t>4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A5077FB-D4DF-24B6-8924-3198C98150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2147" y="1302888"/>
            <a:ext cx="5912067" cy="464360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C732B90-3AD2-AB22-23C6-E6ED8D8413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48" y="1268270"/>
            <a:ext cx="6039852" cy="4794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52288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60EE40-4DC5-0A8A-C4D9-B904BE3CD9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3C0A3E-4BAF-7829-A323-266C352ACA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Technical Fixes &amp; Optimization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9E0A5F-4AFE-1688-F2A6-9DB4496476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420" y="1222589"/>
            <a:ext cx="11376780" cy="5203295"/>
          </a:xfrm>
        </p:spPr>
        <p:txBody>
          <a:bodyPr/>
          <a:lstStyle/>
          <a:p>
            <a:pPr lvl="1"/>
            <a:r>
              <a:rPr lang="en-US" dirty="0"/>
              <a:t>Auto-Calibration System: Developed a startup routine that samples the first 60 frames to "Zero" the head pose, allowing for different camera angles and laptop tilts.                 </a:t>
            </a:r>
          </a:p>
          <a:p>
            <a:pPr lvl="1"/>
            <a:r>
              <a:rPr lang="en-US" dirty="0"/>
              <a:t>Robust Euler Math: Replaced version-dependent OpenCV decomposition with a robust manual trigonometric calculation for rotation angles.  </a:t>
            </a:r>
          </a:p>
          <a:p>
            <a:pPr lvl="2"/>
            <a:r>
              <a:rPr lang="fr-FR" dirty="0">
                <a:hlinkClick r:id="rId2"/>
              </a:rPr>
              <a:t>Rotation Matrix To Euler Angles</a:t>
            </a:r>
            <a:r>
              <a:rPr lang="en-US" dirty="0"/>
              <a:t>   </a:t>
            </a:r>
          </a:p>
          <a:p>
            <a:pPr lvl="2"/>
            <a:r>
              <a:rPr lang="en-US" dirty="0">
                <a:hlinkClick r:id="rId3"/>
              </a:rPr>
              <a:t>Computing Euler angles from a rotation matrix</a:t>
            </a:r>
            <a:endParaRPr lang="en-US" dirty="0"/>
          </a:p>
          <a:p>
            <a:pPr lvl="1"/>
            <a:r>
              <a:rPr lang="en-US" dirty="0"/>
              <a:t>Performance Cleanup: Optimized the main loop and removed redundant debug logging to resolve "Not Responding" UI hangs.                                                             </a:t>
            </a:r>
          </a:p>
          <a:p>
            <a:pPr lvl="1"/>
            <a:r>
              <a:rPr lang="en-US" dirty="0"/>
              <a:t>HUD Visualization: Added a 3D "Nose Vector" line to the face mesh to visually indicate gaze direction.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A565A0-8CDD-2B1F-9614-2D0E7D7742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0999D-FFC4-4AAB-A2D6-5B37802B0FA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15915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18367-2884-7506-FC95-733A44CFEC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67135"/>
            <a:ext cx="10515600" cy="914400"/>
          </a:xfrm>
        </p:spPr>
        <p:txBody>
          <a:bodyPr/>
          <a:lstStyle/>
          <a:p>
            <a:r>
              <a:rPr lang="en-US" altLang="zh-TW" dirty="0"/>
              <a:t>Thank you for listening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10AC2F-CE74-0AD6-A63A-A7F1023D9D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6063" y="3881535"/>
            <a:ext cx="10515600" cy="4721290"/>
          </a:xfrm>
        </p:spPr>
        <p:txBody>
          <a:bodyPr/>
          <a:lstStyle/>
          <a:p>
            <a:r>
              <a:rPr lang="en-US" dirty="0"/>
              <a:t>Q&amp;A session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80FD39-E4F0-A167-4DAC-5E9F41DF0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0999D-FFC4-4AAB-A2D6-5B37802B0FA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42014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Platform01">
      <a:majorFont>
        <a:latin typeface="Calibri"/>
        <a:ea typeface="微軟正黑體"/>
        <a:cs typeface=""/>
      </a:majorFont>
      <a:minorFont>
        <a:latin typeface="Calibri Light"/>
        <a:ea typeface="微軟正黑體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簡報1" id="{6C851D8A-270E-4458-8AD1-0D5EFBF9E033}" vid="{D66DE684-DBE0-4D66-880A-E2BE76FE988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PhD_20171020_Seminar</Template>
  <TotalTime>1373</TotalTime>
  <Words>232</Words>
  <Application>Microsoft Office PowerPoint</Application>
  <PresentationFormat>Widescreen</PresentationFormat>
  <Paragraphs>32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Arial</vt:lpstr>
      <vt:lpstr>Calibri</vt:lpstr>
      <vt:lpstr>Calibri Light</vt:lpstr>
      <vt:lpstr>Office 佈景主題</vt:lpstr>
      <vt:lpstr>Weekly Progress</vt:lpstr>
      <vt:lpstr>Content</vt:lpstr>
      <vt:lpstr>New Core Features</vt:lpstr>
      <vt:lpstr>Different Status</vt:lpstr>
      <vt:lpstr>Technical Fixes &amp; Optimization</vt:lpstr>
      <vt:lpstr>Thank you for listening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張善為</dc:creator>
  <cp:lastModifiedBy>張善為</cp:lastModifiedBy>
  <cp:revision>12</cp:revision>
  <dcterms:created xsi:type="dcterms:W3CDTF">2025-11-03T09:53:55Z</dcterms:created>
  <dcterms:modified xsi:type="dcterms:W3CDTF">2026-01-30T03:42:23Z</dcterms:modified>
</cp:coreProperties>
</file>