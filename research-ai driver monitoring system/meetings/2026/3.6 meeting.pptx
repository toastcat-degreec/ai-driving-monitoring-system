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94" r:id="rId3"/>
    <p:sldId id="302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275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D56C8-0E66-42DC-A7B3-F0C0BE43BDF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7592AA-AFD5-412E-99BD-7FA5E8E2F2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819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01972"/>
          </a:xfrm>
        </p:spPr>
        <p:txBody>
          <a:bodyPr anchor="b"/>
          <a:lstStyle>
            <a:lvl1pPr algn="ctr">
              <a:defRPr sz="6000" b="0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825550"/>
            <a:ext cx="9144000" cy="143224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0D93B-348B-42B3-9C0A-2849E853E44F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矩形 7"/>
          <p:cNvSpPr/>
          <p:nvPr/>
        </p:nvSpPr>
        <p:spPr>
          <a:xfrm>
            <a:off x="1530220" y="3556618"/>
            <a:ext cx="9137780" cy="12897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3418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錄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317241" cy="685799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513184"/>
            <a:ext cx="10515600" cy="914400"/>
          </a:xfrm>
        </p:spPr>
        <p:txBody>
          <a:bodyPr/>
          <a:lstStyle>
            <a:lvl1pPr algn="l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8A59AA9-82D2-4A1C-A4B4-A8B9F52B2F07}" type="datetime1">
              <a:rPr lang="en-US" smtClean="0"/>
              <a:t>3/6/2026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內容版面配置區 2"/>
          <p:cNvSpPr>
            <a:spLocks noGrp="1"/>
          </p:cNvSpPr>
          <p:nvPr>
            <p:ph idx="1"/>
          </p:nvPr>
        </p:nvSpPr>
        <p:spPr>
          <a:xfrm>
            <a:off x="838200" y="1520890"/>
            <a:ext cx="10515600" cy="472129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83055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6456782"/>
            <a:ext cx="12192000" cy="40121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62488"/>
            <a:ext cx="10515600" cy="707895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 altLang="zh-TW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063690"/>
            <a:ext cx="10515600" cy="5203295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038600" y="6505486"/>
            <a:ext cx="4114800" cy="30791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55558" y="6522301"/>
            <a:ext cx="1536441" cy="2740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70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6065D-DB30-4B32-B1C4-C14FE9DF3DCA}" type="datetime1">
              <a:rPr lang="en-US" smtClean="0"/>
              <a:t>3/6/2026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155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0" y="6566905"/>
            <a:ext cx="1063690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23CD4-A8E2-41BA-90D2-F0A644681501}" type="datetime1">
              <a:rPr lang="en-US" smtClean="0"/>
              <a:t>3/6/2026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550090"/>
            <a:ext cx="4114800" cy="3079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655558" y="6566905"/>
            <a:ext cx="1536441" cy="2740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0999D-FFC4-4AAB-A2D6-5B37802B0F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8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9DFBE-C84F-9013-4C67-43621F5109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/>
              <a:t>AI</a:t>
            </a:r>
            <a:r>
              <a:rPr lang="zh-TW" altLang="en-US" sz="3200" dirty="0"/>
              <a:t> </a:t>
            </a:r>
            <a:r>
              <a:rPr lang="en-US" altLang="zh-TW" sz="3200" dirty="0"/>
              <a:t>Driving Monitoring System </a:t>
            </a:r>
            <a:r>
              <a:rPr lang="en-US" sz="3200" dirty="0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B2B0A-516F-90F5-26AD-A02DF3303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Presenter: Shang-Wei Chang</a:t>
            </a:r>
          </a:p>
          <a:p>
            <a:r>
              <a:rPr lang="en-US" dirty="0"/>
              <a:t>2026/3/6</a:t>
            </a:r>
          </a:p>
        </p:txBody>
      </p:sp>
      <p:pic>
        <p:nvPicPr>
          <p:cNvPr id="4" name="圖片 4">
            <a:extLst>
              <a:ext uri="{FF2B5EF4-FFF2-40B4-BE49-F238E27FC236}">
                <a16:creationId xmlns:a16="http://schemas.microsoft.com/office/drawing/2014/main" id="{F3C40BCD-872F-E33F-EE63-FDED9ADBF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081" y="5661591"/>
            <a:ext cx="1092138" cy="1092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53FDB9-582A-34B3-A266-05C07237E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174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1BC86-001D-B6B8-5816-83A643A4D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66F29C-D435-0CC2-E733-257107C82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36" y="569725"/>
            <a:ext cx="10551128" cy="5718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56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6F27D-06D5-C165-33CE-57D58012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A9106D-C282-CCEC-68BF-E7184D12F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488" y="2966189"/>
            <a:ext cx="6438567" cy="3492104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E55AD7-9288-2FDA-48A6-E0EAB7F597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1612" y="262488"/>
            <a:ext cx="4565503" cy="3639753"/>
          </a:xfrm>
          <a:prstGeom prst="rect">
            <a:avLst/>
          </a:prstGeom>
        </p:spPr>
      </p:pic>
      <p:sp>
        <p:nvSpPr>
          <p:cNvPr id="9" name="Arrow: Bent-Up 8">
            <a:extLst>
              <a:ext uri="{FF2B5EF4-FFF2-40B4-BE49-F238E27FC236}">
                <a16:creationId xmlns:a16="http://schemas.microsoft.com/office/drawing/2014/main" id="{D98A8946-CEBE-52FF-AEDE-C79E0E25CA52}"/>
              </a:ext>
            </a:extLst>
          </p:cNvPr>
          <p:cNvSpPr/>
          <p:nvPr/>
        </p:nvSpPr>
        <p:spPr>
          <a:xfrm rot="5400000">
            <a:off x="3228532" y="4270247"/>
            <a:ext cx="1371600" cy="1298448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BC029E3-00E4-3E83-C5B8-BF4F086F6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0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3A192D-E4C6-0B24-7F6B-A1888B74B8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40"/>
          <a:stretch>
            <a:fillRect/>
          </a:stretch>
        </p:blipFill>
        <p:spPr>
          <a:xfrm>
            <a:off x="438150" y="68263"/>
            <a:ext cx="11633200" cy="6721475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F8B56C22-7C85-8B19-7E35-362C14200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D60999D-FFC4-4AAB-A2D6-5B37802B0FA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30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019425-11EE-4D50-74BC-0AFAF031C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898779"/>
            <a:ext cx="11633200" cy="5060442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DC83EB4B-6A83-7633-2B63-93E7FF9C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D60999D-FFC4-4AAB-A2D6-5B37802B0FA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4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1F20BC6-4B5A-FADD-DB66-16D29B057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262318"/>
            <a:ext cx="11633200" cy="4333365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D5298A73-77ED-4578-980C-42FC400C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D60999D-FFC4-4AAB-A2D6-5B37802B0FA4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461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7724F95-D139-7709-CC47-85B18B33C4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73277"/>
            <a:ext cx="11633200" cy="4711446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19DCA5D5-79A7-5A01-2AE4-1A85435D8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D60999D-FFC4-4AAB-A2D6-5B37802B0FA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36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242AC14-2B6E-FB15-55D0-BC84C3048A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927862"/>
            <a:ext cx="11633200" cy="5002276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3317B895-ECB6-531B-C15C-4160EC892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D60999D-FFC4-4AAB-A2D6-5B37802B0FA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574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47110EE-45C4-5E05-1E0D-4CCB31D1F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073278"/>
            <a:ext cx="11633200" cy="4711444"/>
          </a:xfrm>
          <a:prstGeom prst="rect">
            <a:avLst/>
          </a:prstGeom>
          <a:noFill/>
        </p:spPr>
      </p:pic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0D4EB588-37FA-FB6B-D7F9-F8C899FE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ED60999D-FFC4-4AAB-A2D6-5B37802B0FA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0066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65F9376-716F-DA9B-E43E-9F7F7C22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3184"/>
            <a:ext cx="10515600" cy="9144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1FA123-7A56-1A3E-56D8-3FD2EEB19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558" y="6566905"/>
            <a:ext cx="1536441" cy="27402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D60999D-FFC4-4AAB-A2D6-5B37802B0FA4}" type="slidenum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8BE676-A7F1-8FE8-E554-DA7370A67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3672"/>
            <a:ext cx="10515600" cy="297065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4199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8367-2884-7506-FC95-733A44CFE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67135"/>
            <a:ext cx="10515600" cy="914400"/>
          </a:xfrm>
        </p:spPr>
        <p:txBody>
          <a:bodyPr/>
          <a:lstStyle/>
          <a:p>
            <a:r>
              <a:rPr lang="en-US" altLang="zh-TW" dirty="0"/>
              <a:t>Thank you for listening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AC2F-CE74-0AD6-A63A-A7F1023D9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63" y="3881535"/>
            <a:ext cx="10515600" cy="4721290"/>
          </a:xfrm>
        </p:spPr>
        <p:txBody>
          <a:bodyPr/>
          <a:lstStyle/>
          <a:p>
            <a:r>
              <a:rPr lang="en-US" dirty="0"/>
              <a:t>Q&amp;A session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0FD39-E4F0-A167-4DAC-5E9F41DF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0999D-FFC4-4AAB-A2D6-5B37802B0FA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201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latform01">
      <a:majorFont>
        <a:latin typeface="Calibri"/>
        <a:ea typeface="微軟正黑體"/>
        <a:cs typeface=""/>
      </a:majorFont>
      <a:minorFont>
        <a:latin typeface="Calibri Light"/>
        <a:ea typeface="微軟正黑體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1" id="{6C851D8A-270E-4458-8AD1-0D5EFBF9E033}" vid="{D66DE684-DBE0-4D66-880A-E2BE76FE988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PhD_20171020_Seminar</Template>
  <TotalTime>1572</TotalTime>
  <Words>30</Words>
  <Application>Microsoft Office PowerPoint</Application>
  <PresentationFormat>Widescreen</PresentationFormat>
  <Paragraphs>16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Office 佈景主題</vt:lpstr>
      <vt:lpstr>AI Driving Monitoring System Progress Report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張善為</dc:creator>
  <cp:lastModifiedBy>張善為</cp:lastModifiedBy>
  <cp:revision>17</cp:revision>
  <dcterms:created xsi:type="dcterms:W3CDTF">2025-11-03T09:53:55Z</dcterms:created>
  <dcterms:modified xsi:type="dcterms:W3CDTF">2026-03-06T05:52:17Z</dcterms:modified>
</cp:coreProperties>
</file>